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on stage. Malik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A charging station is a shop with very few seats.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1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takes over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slide in the technical half. Two browsers, same charger — one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Ninety seconds — this is a required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QR line out loud — it ties rendering back to the business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you cover what was built; Aya returns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takes the optimizer and reliability (3:10). Abdel Aziz takes the deposit and refund rules (1:00) — they are enforced in the backend he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the refund rules are enforced in one backend service, and only staff can set the operator-fault flag. Say the simulated-payments line out loud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recorded videos, 3:00 each. Each presenter narrates their own live over playback. Nothing here is performed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VIDEOS HERE, in order: Malik, Abdel Aziz, Aya. Each narrates their own live. Do not open the app — nothing is performed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takes the results, then Malik for the business value, then Aya again for what is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Keep it short and honest — three properly, one sentence for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Do not read all six — take the first three properly, then one sentence for the rest. The check-out signal is the honest one to dwell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share this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 is the strongest one. Say the number out loud: 182 checks passing while the dashboard was empty.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leads Q&amp;A. Abdel Aziz takes database, implementation and money questions. Aya takes interface, rendering, analytics and scope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Do not advance past the closing slide unless the examiners agreed. If the answer is no, stop there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Abdel Aziz. 45 seconds. These four cannot appear in any video — a crash, a corrupted projection and a duplicate message are all things you would have to cause on purpose. Say that out loud; it is the point of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Malik. 45 seconds. Do not read all six — take the 5-minute hold and the 3-offer cap, then say the closing line. These are unfilmable: showing the 3-offer cap live would take fifteen minutes of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Abdel Aziz. 60 seconds. The point is that nobody triggers any of this. Time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Malik. 60 seconds. Say the closing line. Being able to explain what you cut, and why, reads as judgement rather than omission.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TIME ONLY. Malik closes and opens questions with the same warmth as the base 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5120640" cy="512064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4023360"/>
            <a:ext cx="3108960" cy="3108960"/>
          </a:xfrm>
          <a:prstGeom prst="ellipse">
            <a:avLst/>
          </a:prstGeom>
          <a:solidFill>
            <a:srgbClr val="16241E"/>
          </a:solidFill>
          <a:ln w="12700">
            <a:solidFill>
              <a:srgbClr val="1624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71600"/>
            <a:ext cx="731520" cy="7315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reservations for electric vehicle charging stations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Halimeh  ·  Abdel Aziz  ·  Aya Sulyman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built what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rules, optimization engine,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scoring, waitlists,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extensions, business value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Abdel Aziz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services, database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workflow, operator screens,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and refund rules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journey, interface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pages are rendered,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dashboards, recorded demo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runs on real code and a real database. Nothing is a mock-up.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and who it is for.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in one line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user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just a booking form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charging station is a shop with very few seats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a car takes 15 minutes to 2 hours.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 has only a handful of chargers.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driver arrives and every charger is busy, that driver is simply lost.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ChargeHub lets drivers book a charger in advance, and helps the station serve as many people as possible.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984248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59168" y="19019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59168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a charger, pays a small deposit, arrives and charges.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871216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3118104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118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59168" y="303580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operator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59168" y="332841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driver in, starts and ends sessions, handles problems.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005072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4251960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251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59168" y="41696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59168" y="4462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how busy the stations are and how well the system is working.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today, and what it costs.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chargers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turn 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for staff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problems, all expensive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drivers, one charger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strict rule, two people can book the same charger at the same time. One of them drives to the station for nothing.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Chargers sitting empty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finishes early or cancels. That time is free again — but nobody knows, so it is wasted.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arrive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that nobody uses blocks a charger someone else wanted, and the station earns nothing.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doing it by hand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who gets which charger, and when, is slow and inconsistent when a person does it under pressure.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serve the most drivers possible, be fair, and never sell the same charger twice.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system is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applications, one database, and a rule the database enforces.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 and back end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collections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append-only history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applications, one database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Book, pay, QR code, offers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check in,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optimizer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5786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React  ·  one web app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32186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end — business rules live here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5204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· Deposits · Optimizer · Reliability · Extensions · Incidents · Notifications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794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API endpoints — the screens never talk to the database directly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— 14 collections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Bookings, chargers, occupancy, requests, offers, incidents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that is never edited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added, never changed. Scores are recalculated from it.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the database enforces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charger time into 15-minute blocks. Each block can be owned by only one booking — and the database refuses the second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921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21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31272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booking, 15:00–16:00  ·  four blocks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15:30–16:30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needs the 15:30 and 15:45 blocks. Anna already owns them, so the database rejects it. Not our code — the database.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4652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16:00–17:00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those blocks. Accepted. Two bookings can sit back to back with no gap wasted.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application code can be bypassed by a future feature. A database rule cannot.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pages are rendered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gives us three ways to build a page. We chose per page, on purpose.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Browser-rendered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build a page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Server-rendered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builds the page fresh for every visitor.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data changes constantly and must be right now.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is built once, when we deploy, and reused.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content is the same for everyone and rarely changes.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Browser-rendered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shell loads, then the browser fetches the data.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2104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page needs the user's login and lots of clicking.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have time-based refresh (ISR) configured, but it is currently unused — we tell every request to fetch fresh data.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page, and why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5564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Stations, Station detail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755648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— and Google — must see real availability in the first response.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2374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63347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landing page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706624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270662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2633472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cached. Showing a bay as free when it was taken 30 seconds ago is the one failure we exist to prevent.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0156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5112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and operator screens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0" y="3584448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35844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3511296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read live data and are behind a login, so there is nothing to cache.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7939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3891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About, FAQ, Terms, Privacy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0" y="446227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44622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4389120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everyone and changes rarely. Built once.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6694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wizard, My bookings,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Offers, Waitlist, Notifications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0" y="542239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54223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5266944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login token and many steps of interaction. A static shell loads instantly, then data arrives.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working parts, all verified against a real database.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deposits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and QR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and waitlists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working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charger and a length from 15 to 120 minutes.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deposit holds the booking. 10 minutes to pay.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shows a code. The operator scans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session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end are separate, recorded steps.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2628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arrival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early, within grace, late, or no-show.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departure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early and the remaining time goes back on sale.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more time. Granted only if it really fits.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2628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charging past your end time — three warning levels.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7532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space now? Keep your place and get offered a slot.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who gets which charger, and explains why.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9768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2628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2628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built from what each driver actually did.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672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7532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&amp; delays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7532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charger, and the knock-on delay it causes.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thinking behind 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decides — and why it can explain itself.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optimizer chooses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and fairness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optimizer decides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says "about 30 minutes, any time between 2pm and 6pm". The system looks at every possible slot and scores each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6245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624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keep the free time in usable blocks?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is it to the time they actually wanted?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4301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301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6636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6636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they been waiting a long time already?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948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8329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8329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0664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0664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standing at the desk, or recovering from our fault?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0976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2357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235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469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4692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are they to actually turn up?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artificial intelligence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296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fixed set of rules with fixed weights. The same situation always gives the same answer, and we can always say why. A manager can be shown the reason in plain words.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7220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4652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prove it helps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4652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also calculates what plain "first come, first served" would have achieved on the same data. If the optimizer does not beat it, the number says so.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 a charger, and remembering behaviour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5-minute hold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offer a driver a charger, we really hold it for 5 minutes. Nobody else can book it. Accepting cannot fail.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5 minutes whether the booking is 15 minutes or 2 hours — otherwise the most valuable bookings would be the most expensive to offer.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score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4652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at 100. Turning up adds a point. Arriving late, cancelling late, or not turning up takes points away.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recalculated from the history every time — never a running total that could drift.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 — four drivers, same system, very different behaviour: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turns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02152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3502152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Occasionally late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81344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18504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318504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Chronically late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97696" y="42062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3708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9134856" y="50474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no-shows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never blocks anyone from booking. It only changes who gets the better slot when two people want the same one.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deposit, and being fair about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more than 24 hours ahead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less than 24 hours ahead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1268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1268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turned up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charger broke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1268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or a station problem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your booking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01268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1268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5720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fault always wins over the clock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68680" y="4919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problem was ours, the driver is refunded even inside the 24-hour window, and their reliability score is not touched. Only staff can mark a problem as our fault — a driver who could do that would refund themselves every time.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are simulated. No card details are ever accepted, stored, or shown anywhere in this system.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Recorded demonstrations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scenarios, each recorded end to end on the real system.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full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promotion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about to see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books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a station and a 60-minute slot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deposit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now confirmed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QR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6968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her confirmation screen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scans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is checked 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starts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later ends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7532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6968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charger breaks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86968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spreads to later bookings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7724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7160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asks for more time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7160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only if it truly fits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9768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2628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628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2064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re-plans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2064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4672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27532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86968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update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86968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moves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recorded scenarios: a contested afternoon and how the optimizer resolves it · a charger failure and the delay it causes · time given back when a driver leaves early.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works, and how we know.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automatic checks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measurements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behind them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know it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checks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64992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02152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on the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8504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18504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demo scenarios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696" y="16916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34856" y="18562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34856" y="25328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 possible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Checks, not opinions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that overlap — the second is refused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back to back — both accepted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 charger cannot be booked by anyone else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an offer late gives a new offer, not an error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early really puts the time back on sale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measures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4652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full the chargers are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drivers get the time they asked for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people wait before being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waitlisted drivers are eventually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time comes back from early departures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worth to a station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drivers served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 within a minute, instead of sitting empty until someone happens to look.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2823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wasted trips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drives to a station for a charger that was already taken. The database makes that impossible.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1732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deposit gives a reason to turn up or cancel early. Cancelling early is always free.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2823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staff work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decides who gets which charger and explains the reason. Staff step in only when they want to.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treatment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1732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longer helps you. A low score never blocks you — it only breaks ties.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2823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4088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evidence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04088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where capacity is short and why people are waiting, per station.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what is not built yet.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build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card payments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 point is already built and the money records already exist. It is a swap, not a rebuild.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2823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work inside the app today. Sending them by email or SMS is the next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467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assume the driver leaves when charging stops. A sensor or a second scan would tell us for certain.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time for overstays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2823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detect someone charging past their end time, but we do not yet reserve extra time for them automatically.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Per-station tuning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0467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station uses the same scoring weights. A busy city site and a quiet one could be tuned differently.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2823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across two slots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823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long charge that spans two separate free periods is not supported yet.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lessons we could only have learned by building this.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belong in the database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beats counters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finds what reading cannot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design ones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double bookings belongs in the database, not in our 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first tried to check for clashes in the application. That check can always be skipped by a feature written later, and two requests arriving at the same moment can both pass it. Moving the rule into a database constraint made it impossible to break — including by code that does not exist yet.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time had to be modelled as small blocks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started with fixed 30-minute slots. Real charging is 15 minutes to 2 hours. Splitting time into 15-minute blocks let us support any length while keeping one simple rule: one block, one owner. Getting the boundary wrong once made every back-to-back booking impossible — which taught us to test the edges, not the middle.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must be rebuilt from history, never counted up as you go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total drifts. If one update is missed or repeated, the number is wrong forever and nobody can tell. Recalculating the reliability score from the recorded history every time means a repeated event cannot double-count and a lost one repairs itself.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ones that surprised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belong in separate listeners, not in the main 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rather than being called directly from the booking code. A driver cancelling must never fail because a message could not be written. This also meant we could add notifications months later with no change to the booking flow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nobody triggers still has to run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expiring, no-shows, holds running out — nothing causes these. Time does. We learned that a system like this needs background jobs, and that if they are not running the product looks broken even though every line of code is correct.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logic is not the same as testing the wiring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our 182 checks passed while half the dashboard showed no data. The logic was right; nothing had ever fed it. We now write a check that would fail if two correct pieces disagreed — that habit found four real problems that reading the code had missed.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389120" cy="438912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 turns a charging station from first-come-first-served into a system that plans — and can always explain its decision.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a mock-up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reads a real database.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double-books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itself refuses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unexplained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stores its reason.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486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 ·  Abdel Aziz  ·  Aya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can spare five more minutes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we built that did not fit the time we were given.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our own failures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waiting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watch automatically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surface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survive its own failures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decisions you cannot see on a screen — because each one only shows itself when something goes wrong.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957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which way it breaks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417320" y="263347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written first, the time claimed second. A crash mid-way leaves a booking holding nothing — which our repair tool finds. The other order would leave time held by nothing: invisible to every query, bookable by nobody.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46520" y="23957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added to, never edited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040880" y="263347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appended. Scores and reports are recalculated from that history rather than stored, so a repeated event cannot double-count and a lost one repairs itself on the next read.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17880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cannot be sent twice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417320" y="441655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notification carries a key the database refuses to duplicate. Run the worker twice and you get zero new messages, not two copies of every message.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86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46520" y="417880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cannot break a booking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040880" y="441655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instead of being called from the booking code. A driver cancelling can never fail because a message could not be written.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demonstrable without deliberately breaking the system — which is exactly why it is worth stating.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wait in the system is bounded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waits forever, and no single customer can hold capacity indefinitely. Each of these is a named constant, not a guess.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min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a deposit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bay returns to sale automatically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offer is held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2628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a 15-minute booking or a two-hour one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27532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per request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7532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three ignored, the system stops volunteering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7724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per booking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one driver cannot creep through an afternoon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2628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 ms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52628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repair a plan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2628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screen must never wait on the optimizer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4672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7532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0.60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827532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floor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27532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 record still keeps 60% of a slot's value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a held charger is frozen stock. Every one of these numbers exists to stop one customer's indecision costing another customer a bay.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watches without being asked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9384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93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773936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Overstaying a booked slot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63040" y="2075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still charging past its end time is found by a periodic sweep and escalated through three levels — warning, escalated, alerted. No hardware, no sensor, nobody reporting it. Staff know before the next customer complains.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16352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99816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099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294436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analytics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463040" y="3246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incidents, incidents by type, average resolution time, charger-failure and station-outage frequency, and how many reservations each touched — read only from incident records, never from bookings.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270248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70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114800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analytics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63040" y="441655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propagated delays, average delay, reservations affected per incident, the deepest cascade, and recovery success rate — a fourth separate source again.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157216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5440680"/>
            <a:ext cx="475488" cy="47548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528523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sources, no overlap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463040" y="558698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quality, reliability, incidents and delays are each computed independently. None recomputes what another already answers, so two dashboards cannot quietly disagree.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more things under the surface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deposit arithmetic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24-hour rule: every deposit, refund and forfeiture is recorded with its reason and the cutoff that applied, snapshotted per reservation so a later policy change cannot rewrite an old decision. One service enforces it — used by the app, the desk and the background sweeps alike. There is no second copy of the rules to fall out of step.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Manufacturer-agnostic vehicles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239572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universal API for electric cars. So the platform talks to a vehicle through one uniform interface resolved at runtime from a registry: supporting a new manufacturer is one implementation plus one registry entry, and nothing else changes. We run it end to end against a simulated provider — the architecture is real, the readings are generated.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27939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were the ones we cut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4626864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because they are unfinished, but because each is a supporting decision rather than the argument itself. Given twenty minutes we would rather prove that two people cannot book the same charger than explain how we would connect to a Tesla.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389120" cy="438912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0116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for the extra time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section runs on the same real code and the same real database as everything before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we would genuinely like your questions.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 ·  Abdel Aziz  ·  Aya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ChargeHub — EV Charging Reservation Platform</dc:title>
  <dc:subject>PptxGenJS Presentation</dc:subject>
  <dc:creator>Malik, Abdel Aziz, Aya</dc:creator>
  <cp:lastModifiedBy>Malik, Abdel Aziz, Aya</cp:lastModifiedBy>
  <cp:revision>1</cp:revision>
  <dcterms:created xsi:type="dcterms:W3CDTF">2026-07-29T18:20:19Z</dcterms:created>
  <dcterms:modified xsi:type="dcterms:W3CDTF">2026-07-29T18:20:19Z</dcterms:modified>
</cp:coreProperties>
</file>