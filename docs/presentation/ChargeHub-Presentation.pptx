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Aziz. 45 seconds. These four cannot appear in any video — a crash, a corrupted projection and a duplicate message are all things you would have to cause on purpose. Say that out loud; it is the point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you cover what was built; Aya returns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takes the optimizer and reliability (3:10). Abdel Aziz takes the deposit and refund rules (1:00) — they are enforced in the backend he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 Do not read all six — take the 5-minute hold and the 3-offer cap, then say the closing line. These are unfilmable: showing the 3-offer cap live would take fifteen minutes of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the refund rules are enforced in one backend service, and only staff can set the operator-fault flag. Say the simulated-payments line out loud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drives the main journey (3:30). Abdel Aziz operates the staff window throughout, then runs the three short scenes (1:30).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Aya drives the main journey; Abdel Aziz operates the staff window and then runs the three short scenes.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takes the results, then Malik for the business value, then Aya again for what is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Keep it short and honest — three properly, one sentence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Do not read all six — take the first three properly, then one sentence for the rest. The check-out signal is the honest one to dwell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database, implementation and money questions. Aya takes interface, rendering, analytics and scope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refund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pages are rendered,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 live demo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its own failures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you cannot see on a screen — because each one only shows itself when something goes wrong.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which way it breaks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41732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written first, the time claimed second. A crash mid-way leaves a booking holding nothing — which our repair tool finds. The other order would leave time held by nothing: invisible to every query, bookable by nobody.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added to, never edited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4088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appended. Scores and reports are recalculated from that history rather than stored, so a repeated event cannot double-count and a lost one repairs itself on the next read.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cannot be sent twice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41732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notification carries a key the database refuses to duplicate. Run the worker twice and you get zero new messages, not two copies of every message.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cannot break a booking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04088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instead of being called from the booking code. A driver cancelling can never fail because a message could not be written.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demonstrable without deliberately breaking the system — which is exactly why it is worth stating.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wait in the system is bounded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waits forever, and no single customer can hold capacity indefinitely. Each of these is a named constant, not a guess.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 deposit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bay returns to sale automatically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offer is held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2628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a 15-minute booking or a two-hour 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7532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per request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three ignored, the system stops volunteering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7724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per booking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one driver cannot creep through an afternoon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2628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ms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52628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repair a plan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2628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screen must never wait on the optimizer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4672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532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827532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floor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7532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record still keeps 60% of a slot's value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held charger is frozen stock. Every one of these numbers exists to stop one customer's indecision costing another customer a bay.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driver's journey, then three short scenes.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Abdel Aziz runs three short scenes: a waitlisted driver promoted to a real booking · a reliability score built from real history · a broken charger reported and resolved.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2026-07-29T02:27:04Z</dcterms:created>
  <dcterms:modified xsi:type="dcterms:W3CDTF">2026-07-29T02:27:04Z</dcterms:modified>
</cp:coreProperties>
</file>