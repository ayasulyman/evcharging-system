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presenters on stage. Malik opens.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Malik. 45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plain. A charging station is a shop with very few seats.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Malik. 1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Abdel Aziz takes over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single most important slide in the technical half. Two browsers, same charger — one wins.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Abdel Aziz. 45 seconds. These four cannot appear in any video — a crash, a corrupted projection and a duplicate message are all things you would have to cause on purpose. Say that out loud; it is the point of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Aya. Ninety seconds — this is a required section.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QR line out loud — it ties rendering back to the business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Abdel Aziz — you cover what was built; Aya returns for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Malik takes the optimizer and reliability (3:10). Abdel Aziz takes the deposit and refund rules (1:00) — they are enforced in the backend he 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Malik. 45 seconds. Do not read all six — take the 5-minute hold and the 3-offer cap, then say the closing line. These are unfilmable: showing the 3-offer cap live would take fifteen minutes of waiting.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Abdel Aziz — the refund rules are enforced in one backend service, and only staff can set the operator-fault flag. Say the simulated-payments line out loud before anyone 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recorded videos, 3:00 each. Each presenter narrates their own live over playback. Nothing here is performed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PLAY THE VIDEOS HERE, in order: Malik, Abdel Aziz, Aya. Each narrates their own live. Do not open the app — nothing is performed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Aya takes the results, then Malik for the business value, then Aya again for what is not 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Aya. Keep it short and honest — three properly, one sentence for the rest.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Aya. Do not read all six — take the first three properly, then one sentence for the rest. The check-out signal is the honest one to dwell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presenters share this section.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6 is the strongest one. Say the number out loud: 182 checks passing while the dashboard was empty.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Malik leads Q&amp;A. Abdel Aziz takes database, implementation and money questions. Aya takes interface, rendering, analytics and scope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280160"/>
            <a:ext cx="5120640" cy="5120640"/>
          </a:xfrm>
          <a:prstGeom prst="ellipse">
            <a:avLst/>
          </a:prstGeom>
          <a:solidFill>
            <a:srgbClr val="0A5C48"/>
          </a:solidFill>
          <a:ln w="12700">
            <a:solidFill>
              <a:srgbClr val="0A5C4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149840" y="4023360"/>
            <a:ext cx="3108960" cy="3108960"/>
          </a:xfrm>
          <a:prstGeom prst="ellipse">
            <a:avLst/>
          </a:prstGeom>
          <a:solidFill>
            <a:srgbClr val="16241E"/>
          </a:solidFill>
          <a:ln w="12700">
            <a:solidFill>
              <a:srgbClr val="1624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71600"/>
            <a:ext cx="731520" cy="73152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71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ChargeHub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822960" y="32918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9FB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reservations for electric vehicle charging stations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22960" y="5029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 Halimeh  ·  Abdel Aziz  ·  Aya Sulyman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5394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1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Project Presentation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built what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7472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011680"/>
            <a:ext cx="685800" cy="6858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011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2834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Malik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68680" y="32461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rules, optimization engine,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scoring, waitlists,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extensions, business value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691640"/>
            <a:ext cx="347472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2011680"/>
            <a:ext cx="685800" cy="6858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2011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663440" y="2834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Abdel Aziz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663440" y="32461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services, database design,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workflow, operator screens,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 and refund rules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38160" y="1691640"/>
            <a:ext cx="347472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58200" y="2011680"/>
            <a:ext cx="685800" cy="6858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58200" y="2011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458200" y="2834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Aya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458200" y="32461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journey, interface design,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pages are rendered,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dashboards, recorded demo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4892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shown today runs on real code and a real database. Nothing is a mock-up.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built, and who it is for.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in one line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kinds of user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not just a booking form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charging station is a shop with very few seats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3291840"/>
          </a:xfrm>
          <a:prstGeom prst="roundRect">
            <a:avLst>
              <a:gd name="adj" fmla="val 2222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5C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7548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Charging a car takes 15 minutes to 2 hours.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station has only a handful of chargers.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driver arrives and every charger is busy, that driver is simply lost.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ChargeHub lets drivers book a charger in advance, and helps the station serve as many people as possible.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737360"/>
            <a:ext cx="5394960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46520" y="1984248"/>
            <a:ext cx="475488" cy="475488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6520" y="19842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059168" y="1901952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59168" y="219456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 a charger, pays a small deposit, arrives and charges.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2871216"/>
            <a:ext cx="5394960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46520" y="3118104"/>
            <a:ext cx="475488" cy="475488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31181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059168" y="303580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operator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059168" y="3328416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 the driver in, starts and ends sessions, handles problems.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17920" y="4005072"/>
            <a:ext cx="5394960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46520" y="4251960"/>
            <a:ext cx="475488" cy="475488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4251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059168" y="416966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059168" y="446227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 how busy the stations are and how well the system is working.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wrong today, and what it costs.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bookings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chargers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who never turn up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work for staff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problems, all expensive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29968"/>
            <a:ext cx="457200" cy="45720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29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93852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drivers, one charger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17320" y="228600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 strict rule, two people can book the same charger at the same time. One of them drives to the station for nothing.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72200" y="173736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46520" y="2029968"/>
            <a:ext cx="457200" cy="45720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20299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40880" y="193852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Chargers sitting empty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040880" y="228600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driver finishes early or cancels. That time is free again — but nobody knows, so it is wasted.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52044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3813048"/>
            <a:ext cx="457200" cy="45720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813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372160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who never arrive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17320" y="406908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booking that nobody uses blocks a charger someone else wanted, and the station earns nothing.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72200" y="352044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46520" y="3813048"/>
            <a:ext cx="457200" cy="45720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46520" y="3813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040880" y="3721608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doing it by hand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40880" y="406908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Deciding who gets which charger, and when, is slow and inconsistent when a person does it under pressure.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54406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goal: serve the most drivers possible, be fair, and never sell the same charger twice.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system is built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applications, one database, and a rule the database enforces.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end and back end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collections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append-only history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applications, one database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7556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app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0299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Book, pay, QR code, offers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97680" y="164592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80560" y="17556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app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480560" y="20299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Scan, check in, sessions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46720" y="164592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0" y="17556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app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0" y="20299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and optimizer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257860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 ·  React  ·  one web app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2788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10896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22960" y="321868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end — business rules live here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" y="352044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· Deposits · Optimizer · Reliability · Extensions · Incidents · Notifications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2960" y="37947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API endpoints — the screens never talk to the database directly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42062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48640" y="452628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EF3DE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77240" y="464515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— 14 collections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77240" y="493776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Bookings, chargers, occupancy, requests, offers, incidents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72200" y="452628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EF3DE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400800" y="464515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that is never edited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0" y="493776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event is added, never changed. Scores are recalculated from it.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 Aziz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rule the database enforces itself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split charger time into 15-minute blocks. Each block can be owned by only one booking — and the database refuses the second one.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2286000"/>
            <a:ext cx="1691640" cy="777240"/>
          </a:xfrm>
          <a:prstGeom prst="roundRect">
            <a:avLst>
              <a:gd name="adj" fmla="val 7059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2860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15:00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606040" y="2286000"/>
            <a:ext cx="1691640" cy="777240"/>
          </a:xfrm>
          <a:prstGeom prst="roundRect">
            <a:avLst>
              <a:gd name="adj" fmla="val 7059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06040" y="22860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15:15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34840" y="2286000"/>
            <a:ext cx="1691640" cy="777240"/>
          </a:xfrm>
          <a:prstGeom prst="roundRect">
            <a:avLst>
              <a:gd name="adj" fmla="val 7059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34840" y="22860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15:30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63640" y="2286000"/>
            <a:ext cx="1691640" cy="777240"/>
          </a:xfrm>
          <a:prstGeom prst="roundRect">
            <a:avLst>
              <a:gd name="adj" fmla="val 7059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63640" y="22860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15:45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92440" y="2286000"/>
            <a:ext cx="16916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92440" y="22860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16:00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921240" y="2286000"/>
            <a:ext cx="16916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921240" y="22860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16:15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77240" y="31272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Anna's booking, 15:00–16:00  ·  four blocks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657600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FEF3DE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2960" y="37947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 tries 15:30–16:30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41148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needs the 15:30 and 15:45 blocks. Anna already owns them, so the database rejects it. Not our code — the database.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72200" y="3657600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46520" y="37947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 tries 16:00–17:00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46520" y="41148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owns those blocks. Accepted. Two bookings can sit back to back with no gap wasted.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5257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matters: application code can be bypassed by a future feature. A database rule cannot.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 Aziz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to survive its own failures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5727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decisions you cannot see on a screen — because each one only shows itself when something goes wrong.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395728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395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17320" y="2286000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chose which way it breaks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417320" y="2633472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booking is written first, the time claimed second. A crash mid-way leaves a booking holding nothing — which our repair tool finds. The other order would leave time held by nothing: invisible to every query, bookable by nobody.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72200" y="210312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46520" y="2395728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2395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040880" y="2286000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is added to, never edited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040880" y="2633472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event is appended. Scores and reports are recalculated from that history rather than stored, so a repeated event cannot double-count and a lost one repairs itself on the next read.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388620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2960" y="4178808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178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17320" y="4069080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cannot be sent twice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417320" y="4416552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notification carries a key the database refuses to duplicate. Run the worker twice and you get zero new messages, not two copies of every message.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72200" y="388620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46520" y="4178808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46520" y="4178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040880" y="4069080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effects cannot break a booking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7040880" y="4416552"/>
            <a:ext cx="4389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and re-planning read a record of what happened instead of being called from the booking code. A driver cancelling can never fail because a message could not be written.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is demonstrable without deliberately breaking the system — which is exactly why it is worth stating.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 Aziz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pages are rendered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gives us three ways to build a page. We chose per page, on purpose.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Server-rendered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Browser-rendered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to build a page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659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9659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560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Server-rendered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builds the page fresh for every visitor.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37947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 it when: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40690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data changes constantly and must be right now.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97680" y="169164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0" y="19659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19659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0" y="2560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Static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572000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page is built once, when we deploy, and reused.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0" y="37947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 it when: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0" y="40690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content is the same for everyone and rarely changes.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046720" y="169164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321040" y="1965960"/>
            <a:ext cx="1005840" cy="457200"/>
          </a:xfrm>
          <a:prstGeom prst="roundRect">
            <a:avLst>
              <a:gd name="adj" fmla="val 12000"/>
            </a:avLst>
          </a:prstGeom>
          <a:solidFill>
            <a:srgbClr val="5B6B64"/>
          </a:solidFill>
          <a:ln w="12700">
            <a:solidFill>
              <a:srgbClr val="5B6B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21040" y="19659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21040" y="2560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Browser-rendered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321040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light shell loads, then the browser fetches the data.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321040" y="37947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 it when: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321040" y="40690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page needs the user's login and lots of clicking.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53035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also have time-based refresh (ISR) configured, but it is currently unused — we tell every request to fetch fresh data.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page, and why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755648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Home, Stations, Station detail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114800" y="1828800"/>
            <a:ext cx="777240" cy="384048"/>
          </a:xfrm>
          <a:prstGeom prst="roundRect">
            <a:avLst>
              <a:gd name="adj" fmla="val 14286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0" y="182880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1755648"/>
            <a:ext cx="6309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driver — and Google — must see real availability in the first response.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523744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2633472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landing page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114800" y="2706624"/>
            <a:ext cx="777240" cy="384048"/>
          </a:xfrm>
          <a:prstGeom prst="roundRect">
            <a:avLst>
              <a:gd name="adj" fmla="val 14286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0" y="2706624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120640" y="2633472"/>
            <a:ext cx="6309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cached. Showing a bay as free when it was taken 30 seconds ago is the one failure we exist to prevent.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401568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77240" y="3511296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and operator screens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114800" y="3584448"/>
            <a:ext cx="777240" cy="384048"/>
          </a:xfrm>
          <a:prstGeom prst="roundRect">
            <a:avLst>
              <a:gd name="adj" fmla="val 14286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0" y="358444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20640" y="3511296"/>
            <a:ext cx="6309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read live data and are behind a login, so there is nothing to cache.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279392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77240" y="4389120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About, FAQ, Terms, Privacy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114800" y="4462272"/>
            <a:ext cx="777240" cy="384048"/>
          </a:xfrm>
          <a:prstGeom prst="roundRect">
            <a:avLst>
              <a:gd name="adj" fmla="val 14286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0" y="4462272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4389120"/>
            <a:ext cx="6309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for everyone and changes rarely. Built once.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157216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77240" y="5266944"/>
            <a:ext cx="3200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wizard, My bookings,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Offers, Waitlist, Notifications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114800" y="5422392"/>
            <a:ext cx="777240" cy="384048"/>
          </a:xfrm>
          <a:prstGeom prst="roundRect">
            <a:avLst>
              <a:gd name="adj" fmla="val 14286"/>
            </a:avLst>
          </a:prstGeom>
          <a:solidFill>
            <a:srgbClr val="5B6B64"/>
          </a:solidFill>
          <a:ln w="12700">
            <a:solidFill>
              <a:srgbClr val="5B6B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0" y="5422392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20640" y="5266944"/>
            <a:ext cx="6309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the login token and many steps of interaction. A static shell loads instantly, then data arrives.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built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working parts, all verified against a real database.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and deposits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and QR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 and waitlists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working parts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7647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204825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charger and a length from 15 to 120 minutes.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97680" y="164592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26280" y="17647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26280" y="204825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deposit holds the booking. 10 minutes to pay.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46720" y="164592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75320" y="176479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check-in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75320" y="204825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driver shows a code. The operator scans it.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74320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" y="28620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Charging session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" y="314553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and end are separate, recorded steps.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97680" y="274320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26280" y="28620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arrival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26280" y="314553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time, early, within grace, late, or no-show.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46720" y="274320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275320" y="28620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departure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75320" y="314553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early and the remaining time goes back on sale.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84048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77240" y="39593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77240" y="424281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more time. Granted only if it really fits.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297680" y="384048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526280" y="39593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Overstay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526280" y="424281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charging past your end time — three warning levels.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046720" y="384048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275320" y="39593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Waitlists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275320" y="424281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space now? Keep your place and get offered a slot.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493776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77240" y="50566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77240" y="534009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Chooses who gets which charger, and explains why.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297680" y="493776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526280" y="50566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26280" y="534009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score built from what each driver actually did.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46720" y="493776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275320" y="50566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Incidents &amp; delays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275320" y="5340096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broken charger, and the knock-on delay it causes.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 Aziz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thinking behind it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system decides — and why it can explain itself.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optimizer chooses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Deposits and fairness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optimizer decides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57276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driver says "about 30 minutes, any time between 2pm and 6pm". The system looks at every possible slot and scores each one.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62456" y="22860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62456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use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30632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this keep the free time in usable blocks?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88920" y="210312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02736" y="22860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02736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926080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926080" y="30632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close is it to the time they actually wanted?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0" y="210312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843016" y="22860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43016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166360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time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166360" y="30632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they been waiting a long time already?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269480" y="210312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083296" y="22860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83296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406640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406640" y="30632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they standing at the desk, or recovering from our fault?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509760" y="2103120"/>
            <a:ext cx="21031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0323576" y="22860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323576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646920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646920" y="306324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likely are they to actually turn up?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48640" y="393192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22960" y="40690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not artificial intelligence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22960" y="438912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fixed set of rules with fixed weights. The same situation always gives the same answer, and we can always say why. A manager can be shown the reason in plain words.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172200" y="393192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EF3DE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446520" y="40690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prove it helps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446520" y="438912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run also calculates what plain "first come, first served" would have achieved on the same data. If the optimizer does not beat it, the number says so.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Holding a charger, and remembering behaviour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20240"/>
            <a:ext cx="457200" cy="45720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9659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5-minute hold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22960" y="242316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we offer a driver a charger, we really hold it for 5 minutes. Nobody else can book it. Accepting cannot fail.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5 minutes whether the booking is 15 minutes or 2 hours — otherwise the most valuable bookings would be the most expensive to offer.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72200" y="1691640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46520" y="192024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40880" y="19659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Reliability score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446520" y="242316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starts at 100. Turning up adds a point. Arriving late, cancelling late, or not turning up takes points away.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recalculated from the history every time — never a running total that could drift.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37947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our demo data — four drivers, same system, very different behaviour: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2062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" y="43708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685800" y="50474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turns up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364992" y="42062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502152" y="43708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3502152" y="50474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Occasionally late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81344" y="42062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318504" y="43708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A5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6318504" y="50474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Chronically late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997696" y="4206240"/>
            <a:ext cx="26151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134856" y="4370832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A5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9134856" y="5047488"/>
            <a:ext cx="2340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 no-shows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" y="5669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low score never blocks anyone from booking. It only changes who gets the better slot when two people want the same one.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wait in the system is bounded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5727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waits forever, and no single customer can hold capacity indefinitely. Each of these is a named constant, not a guess.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3520440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29514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min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77240" y="27706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pay a deposit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304495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bay returns to sale automatically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97680" y="2148840"/>
            <a:ext cx="3520440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26280" y="229514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min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526280" y="27706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offer is held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26280" y="304495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for a 15-minute booking or a two-hour one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46720" y="2148840"/>
            <a:ext cx="3520440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75320" y="229514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8275320" y="27706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offers per request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275320" y="304495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three ignored, the system stops volunteering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840480"/>
            <a:ext cx="3520440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77240" y="39867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777240" y="44622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 per booking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77240" y="473659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one driver cannot creep through an afternoon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297680" y="3840480"/>
            <a:ext cx="3520440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526280" y="39867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250 ms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4526280" y="44622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repair a plan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526280" y="473659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booking screen must never wait on the optimizer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046720" y="3840480"/>
            <a:ext cx="3520440" cy="1481328"/>
          </a:xfrm>
          <a:prstGeom prst="roundRect">
            <a:avLst>
              <a:gd name="adj" fmla="val 4938"/>
            </a:avLst>
          </a:prstGeom>
          <a:solidFill>
            <a:srgbClr val="FEF3DE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275320" y="39867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0.60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8275320" y="446227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floor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8275320" y="473659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worst record still keeps 60% of a slot's value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48640" y="56235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a held charger is frozen stock. Every one of these numbers exists to stop one customer's indecision costing another customer a bay.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deposit, and being fair about 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7373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more than 24 hours ahead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0" y="1865376"/>
            <a:ext cx="1417320" cy="384048"/>
          </a:xfrm>
          <a:prstGeom prst="roundRect">
            <a:avLst>
              <a:gd name="adj" fmla="val 14286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89120" y="186537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refund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172200" y="169164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0" y="173736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less than 24 hours ahead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0012680" y="1865376"/>
            <a:ext cx="1417320" cy="384048"/>
          </a:xfrm>
          <a:prstGeom prst="roundRect">
            <a:avLst>
              <a:gd name="adj" fmla="val 14286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12680" y="186537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 kept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26060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turned up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389120" y="2734056"/>
            <a:ext cx="1417320" cy="384048"/>
          </a:xfrm>
          <a:prstGeom prst="roundRect">
            <a:avLst>
              <a:gd name="adj" fmla="val 14286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0" y="273405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 kept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72200" y="256032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00800" y="260604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charger broke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0012680" y="2734056"/>
            <a:ext cx="1417320" cy="384048"/>
          </a:xfrm>
          <a:prstGeom prst="roundRect">
            <a:avLst>
              <a:gd name="adj" fmla="val 14286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12680" y="273405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refund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42900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77240" y="34747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or a station problem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389120" y="3602736"/>
            <a:ext cx="1417320" cy="384048"/>
          </a:xfrm>
          <a:prstGeom prst="roundRect">
            <a:avLst>
              <a:gd name="adj" fmla="val 14286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89120" y="360273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refund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172200" y="3429000"/>
            <a:ext cx="54406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400800" y="34747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moved your booking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0012680" y="3602736"/>
            <a:ext cx="1417320" cy="384048"/>
          </a:xfrm>
          <a:prstGeom prst="roundRect">
            <a:avLst>
              <a:gd name="adj" fmla="val 14286"/>
            </a:avLst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12680" y="3602736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refund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443484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68680" y="45720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fault always wins over the clock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68680" y="4919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problem was ours, the driver is refunded even inside the 24-hour window, and their reliability score is not touched. Only staff can mark a problem as our fault — a driver who could do that would refund themselves every time.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48640" y="58064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are simulated. No card details are ever accepted, stored, or shown anywhere in this system.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 Aziz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Recorded demonstrations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scenarios, each recorded end to end on the real system.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Anna's full journey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Waitlist promotion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scoring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broken charger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are about to see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938528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182880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books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71600" y="212140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a station and a 60-minute slot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97680" y="1645920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26280" y="1938528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120640" y="182880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 a deposit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20640" y="212140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booking is now confirmed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46720" y="1645920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75320" y="1938528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75320" y="1938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869680" y="182880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 a QR code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869680" y="212140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her confirmation screen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2852928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3145536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371600" y="303580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scans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371600" y="332841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is checked in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297680" y="2852928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26280" y="3145536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2628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120640" y="303580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Charging starts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120640" y="332841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later ends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046720" y="2852928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275320" y="3145536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7532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869680" y="303580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charger breaks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869680" y="332841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 spreads to later bookings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4059936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77240" y="4352544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77240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371600" y="4242816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asks for more time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371600" y="4535424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Granted only if it truly fits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297680" y="4059936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526280" y="4352544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26280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5120640" y="4242816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re-plans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120640" y="4535424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Freed time is offered to someone waiting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046720" y="4059936"/>
            <a:ext cx="3520440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8275320" y="4352544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275320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8869680" y="4242816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update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8869680" y="4535424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moves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548640" y="54406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recorded scenarios: a contested afternoon and how the optimizer resolves it · a charger failure and the delay it causes · time given back when a driver leaves early.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8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works, and how we know.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182 automatic checks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measurements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 behind them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know it works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8562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182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85800" y="25328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checks pass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64992" y="16916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502152" y="18562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502152" y="25328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 on the dashboard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81344" y="16916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18504" y="18562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7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318504" y="25328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repeatable demo scenarios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997696" y="1691640"/>
            <a:ext cx="26151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34856" y="1856232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A5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9134856" y="2532888"/>
            <a:ext cx="2340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bookings possible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291840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22960" y="345643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Checks, not opinions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22960" y="384048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bookings that overlap — the second is refused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bookings back to back — both accepted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held charger cannot be booked by anyone else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Accepting an offer late gives a new offer, not an error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Leaving early really puts the time back on sale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72200" y="3291840"/>
            <a:ext cx="5440680" cy="2377440"/>
          </a:xfrm>
          <a:prstGeom prst="roundRect">
            <a:avLst>
              <a:gd name="adj" fmla="val 3077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46520" y="345643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5C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dashboard measures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6446520" y="384048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full the chargers are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often drivers get the time they asked for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people wait before being served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waitlisted drivers are eventually served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time comes back from early departures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is worth to a station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0574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83794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drivers served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417320" y="214884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Freed time is offered to someone waiting within a minute, instead of sitting empty until someone happens to look.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72200" y="16916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28232" y="20574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28232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40880" y="183794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wasted trips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040880" y="214884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drives to a station for a charger that was already taken. The database makes that impossible.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0632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" y="34290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4672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320954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no-shows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417320" y="352044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deposit gives a reason to turn up or cancel early. Cancelling early is always free.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72200" y="30632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28232" y="34290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28232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040880" y="320954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staff work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7040880" y="352044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decides who gets which charger and explains the reason. Staff step in only when they want to.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44348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04672" y="48006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672" y="4800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417320" y="458114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treatment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417320" y="489204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longer helps you. A low score never blocks you — it only breaks ties.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72200" y="44348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28232" y="4800600"/>
            <a:ext cx="457200" cy="45720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28232" y="4800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040880" y="458114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on evidence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7040880" y="489204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Managers see where capacity is short and why people are waiting, per station.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9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comes next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about what is not built yet.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payments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and phone alerts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check-out signal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would build next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83794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card payments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04672" y="214884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connection point is already built and the money records already exist. It is a swap, not a rebuild.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72200" y="16916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E7F3E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28232" y="183794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5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and phone alerts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428232" y="214884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work inside the app today. Sending them by email or SMS is the next step.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4672" y="320954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check-out signal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04672" y="352044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we assume the driver leaves when charging stops. A sensor or a second scan would tell us for certain.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72200" y="30632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28232" y="320954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Holding time for overstays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28232" y="352044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detect someone charging past their end time, but we do not yet reserve extra time for them automatically.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44348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04672" y="458114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Per-station tuning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04672" y="489204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station uses the same scoring weights. A busy city site and a quiet one could be tuned differently.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72200" y="4434840"/>
            <a:ext cx="5440680" cy="1207008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28232" y="458114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Bookings across two slots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428232" y="489204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very long charge that spans two separate free periods is not supported yet.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10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learned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lessons we could only have learned by building this.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863840" y="237744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Guarantees belong in the database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beats counters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C9D6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finds what reading cannot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Lessons — the design ones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57400"/>
            <a:ext cx="502920" cy="50292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08760" y="1773936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Preventing double bookings belongs in the database, not in our code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08760" y="210312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first tried to check for clashes in the application. That check can always be skipped by a feature written later, and two requests arriving at the same moment can both pass it. Moving the rule into a database constraint made it impossible to break — including by code that does not exist yet.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3127248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3538728"/>
            <a:ext cx="502920" cy="50292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538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508760" y="325526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Charger time had to be modelled as small blocks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3584448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started with fixed 30-minute slots. Real charging is 15 minutes to 2 hours. Splitting time into 15-minute blocks let us support any length while keeping one simple rule: one block, one owner. Getting the boundary wrong once made every back-to-back booking impossible — which taught us to test the edges, not the middle.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4608576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5020056"/>
            <a:ext cx="502920" cy="50292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50200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08760" y="473659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must be rebuilt from history, never counted up as you go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08760" y="5065776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running total drifts. If one update is missed or repeated, the number is wrong forever and nobody can tell. Recalculating the reliability score from the recorded history every time means a repeated event cannot double-count and a lost one repairs itself.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 Aziz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8521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9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Lessons — the ones that surprised us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057400"/>
            <a:ext cx="502920" cy="50292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08760" y="1773936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effects belong in separate listeners, not in the main flow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08760" y="210312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and re-planning read a record of what happened rather than being called directly from the booking code. A driver cancelling must never fail because a message could not be written. This also meant we could add notifications months later with no change to the booking flow at all.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3127248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3538728"/>
            <a:ext cx="502920" cy="502920"/>
          </a:xfrm>
          <a:prstGeom prst="ellipse">
            <a:avLst/>
          </a:prstGeom>
          <a:solidFill>
            <a:srgbClr val="0E7A5F"/>
          </a:solidFill>
          <a:ln w="12700">
            <a:solidFill>
              <a:srgbClr val="0E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538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508760" y="325526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that nobody triggers still has to run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3584448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Deposits expiring, no-shows, holds running out — nothing causes these. Time does. We learned that a system like this needs background jobs, and that if they are not running the product looks broken even though every line of code is correct.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4608576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EF3DE"/>
          </a:solidFill>
          <a:ln w="12700">
            <a:solidFill>
              <a:srgbClr val="E3EAE6"/>
            </a:solidFill>
            <a:prstDash val="solid"/>
          </a:ln>
          <a:effectLst>
            <a:outerShdw sx="100000" sy="100000" kx="0" ky="0" algn="bl" rotWithShape="0" blurRad="76200" dist="12700" dir="5400000">
              <a:srgbClr val="101915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5020056"/>
            <a:ext cx="502920" cy="50292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50200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08760" y="473659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9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the logic is not the same as testing the wiring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08760" y="5065776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our 182 checks passed while half the dashboard showed no data. The logic was right; nothing had ever fed it. We now write a check that would fail if two correct pieces disagreed — that habit found four real problems that reading the code had missed.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0058400" y="6355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019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914400"/>
            <a:ext cx="4389120" cy="4389120"/>
          </a:xfrm>
          <a:prstGeom prst="ellipse">
            <a:avLst/>
          </a:prstGeom>
          <a:solidFill>
            <a:srgbClr val="0A5C48"/>
          </a:solidFill>
          <a:ln w="12700">
            <a:solidFill>
              <a:srgbClr val="0A5C4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sentence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7863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ChargeHub turns a charging station from first-come-first-served into a system that plans — and can always explain its decision.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3931920"/>
            <a:ext cx="3337560" cy="1051560"/>
          </a:xfrm>
          <a:prstGeom prst="roundRect">
            <a:avLst>
              <a:gd name="adj" fmla="val 6957"/>
            </a:avLst>
          </a:prstGeom>
          <a:solidFill>
            <a:srgbClr val="16241E"/>
          </a:solidFill>
          <a:ln w="12700">
            <a:solidFill>
              <a:srgbClr val="2438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40690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a mock-up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51560" y="437083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screen reads a real database.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34840" y="3931920"/>
            <a:ext cx="3337560" cy="1051560"/>
          </a:xfrm>
          <a:prstGeom prst="roundRect">
            <a:avLst>
              <a:gd name="adj" fmla="val 6957"/>
            </a:avLst>
          </a:prstGeom>
          <a:solidFill>
            <a:srgbClr val="16241E"/>
          </a:solidFill>
          <a:ln w="12700">
            <a:solidFill>
              <a:srgbClr val="24382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40690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double-books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663440" y="437083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database itself refuses it.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46720" y="3931920"/>
            <a:ext cx="3337560" cy="1051560"/>
          </a:xfrm>
          <a:prstGeom prst="roundRect">
            <a:avLst>
              <a:gd name="adj" fmla="val 6957"/>
            </a:avLst>
          </a:prstGeom>
          <a:solidFill>
            <a:srgbClr val="16241E"/>
          </a:solidFill>
          <a:ln w="12700">
            <a:solidFill>
              <a:srgbClr val="24382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75320" y="40690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unexplained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75320" y="4370832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3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stores its reason.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22960" y="54864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questions welcome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822960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1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  ·  Abdel Aziz  ·  Aya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ChargeHub — EV Charging Reservation Platform</dc:title>
  <dc:subject>PptxGenJS Presentation</dc:subject>
  <dc:creator>Malik, Abdel Aziz, Aya</dc:creator>
  <cp:lastModifiedBy>Malik, Abdel Aziz, Aya</cp:lastModifiedBy>
  <cp:revision>1</cp:revision>
  <dcterms:created xsi:type="dcterms:W3CDTF">2026-07-29T16:44:43Z</dcterms:created>
  <dcterms:modified xsi:type="dcterms:W3CDTF">2026-07-29T16:44:43Z</dcterms:modified>
</cp:coreProperties>
</file>